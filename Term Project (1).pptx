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b325bb8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b325bb8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ac3a8452efbba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ac3a8452efbba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ac3a8452efbba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ac3a8452efbba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ac3a8452efbbad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ac3a8452efbbad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ac3a8452efbbad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ac3a8452efbbad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ac3a8452efbbad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ac3a8452efbbad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c3a8452efbbad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ac3a8452efbbad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ac3a8452efbbad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ac3a8452efbba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b0cf4a5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b0cf4a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b325bb80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b325bb80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b0cf4a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bb0cf4a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b0cf4a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b0cf4a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b0cf4a5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bb0cf4a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bb0cf4a5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bb0cf4a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964406" y="1213247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64406" y="3087291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628800" cy="5143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01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22065"/>
            <a:ext cx="628649" cy="63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0"/>
            <a:ext cx="150000" cy="5143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01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328613"/>
            <a:ext cx="150000" cy="2001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B6331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2100"/>
              <a:buNone/>
              <a:defRPr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9533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9533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0"/>
            <a:ext cx="628800" cy="5143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01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22065"/>
            <a:ext cx="628649" cy="63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754458" y="582250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Mental Health on Social Media</a:t>
            </a:r>
            <a:endParaRPr/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754450" y="2671800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Connor Check, Maitrey Phatak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</a:t>
            </a:r>
            <a:r>
              <a:rPr lang="en"/>
              <a:t>Motivation 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04165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Social media usage has increased dramatically over the last decade.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165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More and more people are sharing their struggles online within specific communities.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165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 How </a:t>
            </a:r>
            <a:r>
              <a:rPr lang="en"/>
              <a:t>language differs between these communities can tell us about the state of mental health online.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165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Our goal: Use NLP features to classify posts into their respective mental health subreddits and explore differences in language usage between communities.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 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Can NLP features accurately classify posts into their respective mental health subreddits?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Which linguistic features are most informative for differentiating communities?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Do posts within the same subreddit share similar language patterns, and how do these patterns differ across subreddits?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Key Questions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Used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Reddit Mental Health Dataset</a:t>
            </a:r>
            <a:endParaRPr sz="2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dataset contains posts from 28 subreddits (15 mental health support groups) from 2018-2020. 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57727 Samples x 346 Features</a:t>
            </a:r>
            <a:endParaRPr sz="1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5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7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Low, D. M., Rumker, L., Torous, J., Cecchi, G., Ghosh, S. S., &amp; Talkar, T. (2020). Natural Language Processing Reveals Vulnerable Mental Health Support Groups and Heightened Health Anxiety on Reddit During COVID-19: Observational Study. </a:t>
            </a:r>
            <a:r>
              <a:rPr i="1" lang="en" sz="7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 of medical Internet research</a:t>
            </a:r>
            <a:r>
              <a:rPr lang="en" sz="7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7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22</a:t>
            </a:r>
            <a:r>
              <a:rPr lang="en" sz="7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(10), e22635.</a:t>
            </a:r>
            <a:endParaRPr sz="1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450" y="3268375"/>
            <a:ext cx="2922301" cy="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in the form of TF-IDF and </a:t>
            </a:r>
            <a:r>
              <a:rPr lang="en"/>
              <a:t>readability</a:t>
            </a:r>
            <a:r>
              <a:rPr lang="en"/>
              <a:t> scores (floats)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was clean but with a lot of features</a:t>
            </a:r>
            <a:endParaRPr/>
          </a:p>
        </p:txBody>
      </p:sp>
      <p:sp>
        <p:nvSpPr>
          <p:cNvPr id="125" name="Google Shape;125;p18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16405" l="0" r="0" t="23918"/>
          <a:stretch/>
        </p:blipFill>
        <p:spPr>
          <a:xfrm>
            <a:off x="3520525" y="3632575"/>
            <a:ext cx="5257400" cy="7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Class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Uneven</a:t>
            </a:r>
            <a:endParaRPr/>
          </a:p>
        </p:txBody>
      </p:sp>
      <p:sp>
        <p:nvSpPr>
          <p:cNvPr id="133" name="Google Shape;133;p19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650" y="2348925"/>
            <a:ext cx="63048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Visualizations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628650" y="1183475"/>
            <a:ext cx="36108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Dimension reduction through Principal Component Analysis (PCA)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Clumping -&gt; Words shared across communities</a:t>
            </a:r>
            <a:endParaRPr/>
          </a:p>
        </p:txBody>
      </p:sp>
      <p:sp>
        <p:nvSpPr>
          <p:cNvPr id="141" name="Google Shape;141;p20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0" title="P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850" y="1096863"/>
            <a:ext cx="4712999" cy="362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Basic NLP with:</a:t>
            </a:r>
            <a:br>
              <a:rPr lang="en"/>
            </a:br>
            <a:br>
              <a:rPr lang="en"/>
            </a:br>
            <a:r>
              <a:rPr lang="en"/>
              <a:t>Multinomial Logistic Regression: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900"/>
              <a:t>Treats each word or feature as a signal and predicts the probability of a post belonging to each subreddit, effectively modeling how different words contribute to membership.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Support Vector </a:t>
            </a:r>
            <a:r>
              <a:rPr lang="en"/>
              <a:t>Machine: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900"/>
              <a:t>Finds the planes in the high-dimensional feature space that best separate posts from different subreddits.</a:t>
            </a:r>
            <a:endParaRPr sz="1900"/>
          </a:p>
        </p:txBody>
      </p:sp>
      <p:sp>
        <p:nvSpPr>
          <p:cNvPr id="149" name="Google Shape;149;p21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Train size: 40408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Val size:   8659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Test size:  8660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672350" y="2661400"/>
            <a:ext cx="3800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Weight = "balanced"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Calibration method = "sigmoid"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Calibration cv = 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714650" y="2661400"/>
            <a:ext cx="3800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Weight = "balanced"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 Class = "multinomial"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olver = "saga"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 Iterations = 1000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628650" y="1183475"/>
            <a:ext cx="31812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Validation accuracy: 0.33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Test accuracy: 0.34</a:t>
            </a:r>
            <a:endParaRPr/>
          </a:p>
        </p:txBody>
      </p:sp>
      <p:sp>
        <p:nvSpPr>
          <p:cNvPr id="165" name="Google Shape;165;p23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pic>
        <p:nvPicPr>
          <p:cNvPr id="166" name="Google Shape;166;p23" title="Reg A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775" y="882528"/>
            <a:ext cx="4743450" cy="387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 title="Reg 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375" y="693088"/>
            <a:ext cx="474345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628650" y="1183475"/>
            <a:ext cx="33774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Validation accuracy: 0.74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Test accuracy: 0.74</a:t>
            </a:r>
            <a:endParaRPr/>
          </a:p>
        </p:txBody>
      </p:sp>
      <p:sp>
        <p:nvSpPr>
          <p:cNvPr id="174" name="Google Shape;174;p24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Support Vector</a:t>
            </a:r>
            <a:endParaRPr/>
          </a:p>
        </p:txBody>
      </p:sp>
      <p:pic>
        <p:nvPicPr>
          <p:cNvPr id="175" name="Google Shape;175;p24" title="SVM A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00" y="725850"/>
            <a:ext cx="4944275" cy="40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 title="SVM 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700" y="725849"/>
            <a:ext cx="4411882" cy="40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 title="suc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013" y="1183484"/>
            <a:ext cx="5108220" cy="325320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Relevance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628650" y="1183475"/>
            <a:ext cx="36204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Mainly determined by a few specific keywords (BPD, Schizophrenic, Social, etc.)</a:t>
            </a:r>
            <a:endParaRPr/>
          </a:p>
        </p:txBody>
      </p:sp>
      <p:sp>
        <p:nvSpPr>
          <p:cNvPr id="184" name="Google Shape;184;p25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5" title="soc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8473" y="1232975"/>
            <a:ext cx="5033303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 title="sch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1013" y="1183471"/>
            <a:ext cx="5108224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 title="ptsd1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5284" y="1183467"/>
            <a:ext cx="5019681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 title="bpd1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3425" y="1183475"/>
            <a:ext cx="5145800" cy="33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 title="bip1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5068" y="1183472"/>
            <a:ext cx="5040114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 title="aut1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18473" y="1183481"/>
            <a:ext cx="5033303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5" title="anx1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21879" y="1183477"/>
            <a:ext cx="5026492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 title="alc1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35500" y="1183473"/>
            <a:ext cx="4999248" cy="33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 title="addict1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18473" y="1183469"/>
            <a:ext cx="5033303" cy="330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The large amount of features prevented a lot of analysis: we weren’t able to look for relations between features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Class overlap: it would have been better to pull from </a:t>
            </a:r>
            <a:r>
              <a:rPr lang="en"/>
              <a:t>separate</a:t>
            </a:r>
            <a:r>
              <a:rPr lang="en"/>
              <a:t> websites as there is likely some user overlap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628650" y="102394"/>
            <a:ext cx="7886700" cy="590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628650" y="1183481"/>
            <a:ext cx="7886700" cy="34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We modeled a regression model and a SVM on a dataset that related word choice in posts with different subreddits focused on mental health.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Through this we were able to analyze the commonalities and differences in language shared between groups.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We hope that this will aid in mental health support and community building.</a:t>
            </a:r>
            <a:endParaRPr/>
          </a:p>
        </p:txBody>
      </p:sp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28650" y="600074"/>
            <a:ext cx="78867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F Theme">
  <a:themeElements>
    <a:clrScheme name="UF Engineering">
      <a:dk1>
        <a:srgbClr val="000000"/>
      </a:dk1>
      <a:lt1>
        <a:srgbClr val="FFFFFF"/>
      </a:lt1>
      <a:dk2>
        <a:srgbClr val="212745"/>
      </a:dk2>
      <a:lt2>
        <a:srgbClr val="99D6EA"/>
      </a:lt2>
      <a:accent1>
        <a:srgbClr val="0021A5"/>
      </a:accent1>
      <a:accent2>
        <a:srgbClr val="FA4616"/>
      </a:accent2>
      <a:accent3>
        <a:srgbClr val="E28F41"/>
      </a:accent3>
      <a:accent4>
        <a:srgbClr val="336699"/>
      </a:accent4>
      <a:accent5>
        <a:srgbClr val="6C9AC3"/>
      </a:accent5>
      <a:accent6>
        <a:srgbClr val="99D6EA"/>
      </a:accent6>
      <a:hlink>
        <a:srgbClr val="BCBEC0"/>
      </a:hlink>
      <a:folHlink>
        <a:srgbClr val="FF802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